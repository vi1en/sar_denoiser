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t>SAR Image Denoising:</a:t>
            </a:r>
            <a:br/>
            <a:r>
              <a:t>Project Evolution &amp; Major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/>
            </a:pPr>
            <a:r>
              <a:t>[Your Name]</a:t>
            </a:r>
          </a:p>
          <a:p>
            <a:pPr algn="ctr">
              <a:spcAft>
                <a:spcPts val="800"/>
              </a:spcAft>
              <a:defRPr sz="1800"/>
            </a:pPr>
            <a:r>
              <a:t>Course / Semester</a:t>
            </a:r>
          </a:p>
          <a:p>
            <a:pPr algn="ctr">
              <a:spcAft>
                <a:spcPts val="800"/>
              </a:spcAft>
              <a:defRPr sz="1800"/>
            </a:pPr>
            <a:r>
              <a:t>Topic: Project Evolution &amp; Major Improvements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Initial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ADMM–PnP deep learning for speckle reduction in SAR imagery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U-Net / DnCNN as plug-and-play priors inside ADMM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Streamlit demo for interactive exploration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Nature: research / coursework prototype—not a deployable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of the Initial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Monolithic UI: logic mixed with Streamlit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Multiple training scripts: confusing reproduction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No HTTP API: no clean integration for tools or pipelines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No GeoTIFF workflow: limited real-world GIS / SAR use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Weak scalability story: background jobs and CI not first-class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Transformation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Demo → modular code: algos, models, data, trainers, inference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UI-only → API-first: same core serves UI, scripts, and clients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Experimentation → structured pipeline: YAML configs, clear boundaries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Inference System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>Why it matters: </a:t>
            </a:r>
            <a:r>
              <a:rPr sz="1600"/>
              <a:t>One source of truth for denoising—no duplicated logic per client.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Core in inference/service.py: SARDenoiseService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Enables tests, REST API, workers, batch / file flows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Streamlit becomes a thin consumer—easier maintenance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FastAPI Backend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>Why it matters: </a:t>
            </a:r>
            <a:r>
              <a:rPr sz="1600"/>
              <a:t>Machine-to-machine access: automation, integrations, future UIs.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REST API for denoise workflows and health checks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File-friendly patterns for SAR products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OpenAPI surface for docs and client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Async Job Queue (Redis + RQ)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>Why it matters: </a:t>
            </a:r>
            <a:r>
              <a:rPr sz="1600"/>
              <a:t>Heavy work must not block the web server—production-like behavior.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Redis broker; RQ workers for background jobs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API accepts jobs quickly; status polling / completion handling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Path to multiple workers and larger batches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GeoTIFF Support (Real-World SAR)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>Why it matters: </a:t>
            </a:r>
            <a:r>
              <a:rPr sz="1600"/>
              <a:t>Operational SAR is georeferenced—CRS and metadata must be preserved.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GeoTIFF I/O with CRS and metadata retained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Windowed / tiled processing for large scenes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Aligns research code with GIS / remote-sensing practice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Training Pipeline &amp;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>Why it matters: </a:t>
            </a:r>
            <a:r>
              <a:rPr sz="1600"/>
              <a:t>Reproducible experiments and fair run-to-run comparison.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Unified training path: trainers.pipeline + improved trainer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YAML configs under configs/train/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Less script sprawl; auditable hyperparameters and paths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&amp;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>Why it matters: </a:t>
            </a:r>
            <a:r>
              <a:rPr sz="1600"/>
              <a:t>Traceable metrics—not one-off, undocumented plots.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Structured evaluation: metrics, plots, JSON-friendly logs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Experiment metadata: e.g. Git SHA for reproducibility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Supports comparison across methods and checkpoints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Deployment &amp; Performance: ONNX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>Why it matters: </a:t>
            </a:r>
            <a:r>
              <a:rPr sz="1600"/>
              <a:t>Serving flexibility: PyTorch vs lightweight ONNX Runtime where fit.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ONNX export from the denoiser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Optional ONNX Runtime backend for direct inference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Better portability outside a full PyTorch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Architecture: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>Before: </a:t>
            </a:r>
            <a:r>
              <a:rPr sz="1600"/>
              <a:t>Streamlit ↔ algorithms (logic embedded in UI)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>After: </a:t>
            </a:r>
            <a:r>
              <a:rPr sz="1600"/>
              <a:t>Clients → FastAPI → SARDenoiseService → models / ADMM / backends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Heavy paths: Redis/RQ workers; GeoTIFF and ONNX as first-class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Training/eval: config-driven modular trainers and evaluators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Modularity, real-world raster support, scalable job processing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Maintainability: shared inference core; clear system boundaries</a:t>
            </a:r>
          </a:p>
          <a:p>
            <a:pPr>
              <a:spcAft>
                <a:spcPts val="1000"/>
              </a:spcAft>
              <a:defRPr sz="1600"/>
            </a:pPr>
            <a:r>
              <a:rPr b="1" sz="1600"/>
              <a:t/>
            </a:r>
            <a:r>
              <a:rPr sz="1600"/>
              <a:t>Evolved from academic prototype to engineering-oriented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